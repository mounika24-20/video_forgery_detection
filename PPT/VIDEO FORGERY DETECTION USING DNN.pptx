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3" autoAdjust="0"/>
    <p:restoredTop sz="94660"/>
  </p:normalViewPr>
  <p:slideViewPr>
    <p:cSldViewPr snapToGrid="0">
      <p:cViewPr varScale="1">
        <p:scale>
          <a:sx n="43" d="100"/>
          <a:sy n="43" d="100"/>
        </p:scale>
        <p:origin x="78" y="7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Nikitha" userId="74572580792891d7" providerId="LiveId" clId="{65C94DB8-1B19-4CC2-A82D-89C53F3169ED}"/>
    <pc:docChg chg="custSel addSld modSld">
      <pc:chgData name="Sai Nikitha" userId="74572580792891d7" providerId="LiveId" clId="{65C94DB8-1B19-4CC2-A82D-89C53F3169ED}" dt="2025-09-19T10:56:46.790" v="345" actId="255"/>
      <pc:docMkLst>
        <pc:docMk/>
      </pc:docMkLst>
      <pc:sldChg chg="modSp mod">
        <pc:chgData name="Sai Nikitha" userId="74572580792891d7" providerId="LiveId" clId="{65C94DB8-1B19-4CC2-A82D-89C53F3169ED}" dt="2025-09-19T10:42:01.564" v="41" actId="20577"/>
        <pc:sldMkLst>
          <pc:docMk/>
          <pc:sldMk cId="3607423582" sldId="263"/>
        </pc:sldMkLst>
        <pc:spChg chg="mod">
          <ac:chgData name="Sai Nikitha" userId="74572580792891d7" providerId="LiveId" clId="{65C94DB8-1B19-4CC2-A82D-89C53F3169ED}" dt="2025-09-19T10:42:01.564" v="41" actId="20577"/>
          <ac:spMkLst>
            <pc:docMk/>
            <pc:sldMk cId="3607423582" sldId="263"/>
            <ac:spMk id="5" creationId="{424B7084-39CD-4D92-B04E-B47C013EF7F0}"/>
          </ac:spMkLst>
        </pc:spChg>
      </pc:sldChg>
      <pc:sldChg chg="addSp delSp modSp new mod">
        <pc:chgData name="Sai Nikitha" userId="74572580792891d7" providerId="LiveId" clId="{65C94DB8-1B19-4CC2-A82D-89C53F3169ED}" dt="2025-09-19T10:43:21.141" v="74" actId="1076"/>
        <pc:sldMkLst>
          <pc:docMk/>
          <pc:sldMk cId="1649501821" sldId="264"/>
        </pc:sldMkLst>
        <pc:spChg chg="mod">
          <ac:chgData name="Sai Nikitha" userId="74572580792891d7" providerId="LiveId" clId="{65C94DB8-1B19-4CC2-A82D-89C53F3169ED}" dt="2025-09-19T10:42:30.674" v="67" actId="27636"/>
          <ac:spMkLst>
            <pc:docMk/>
            <pc:sldMk cId="1649501821" sldId="264"/>
            <ac:spMk id="2" creationId="{B6B1AB0D-6352-4FBB-9EC0-54AD01698C32}"/>
          </ac:spMkLst>
        </pc:spChg>
        <pc:spChg chg="del mod">
          <ac:chgData name="Sai Nikitha" userId="74572580792891d7" providerId="LiveId" clId="{65C94DB8-1B19-4CC2-A82D-89C53F3169ED}" dt="2025-09-19T10:43:01.666" v="69"/>
          <ac:spMkLst>
            <pc:docMk/>
            <pc:sldMk cId="1649501821" sldId="264"/>
            <ac:spMk id="3" creationId="{2E052D8D-669D-4FA9-9E60-119ECBBBE7EC}"/>
          </ac:spMkLst>
        </pc:spChg>
        <pc:spChg chg="add mod">
          <ac:chgData name="Sai Nikitha" userId="74572580792891d7" providerId="LiveId" clId="{65C94DB8-1B19-4CC2-A82D-89C53F3169ED}" dt="2025-09-19T10:43:21.141" v="74" actId="1076"/>
          <ac:spMkLst>
            <pc:docMk/>
            <pc:sldMk cId="1649501821" sldId="264"/>
            <ac:spMk id="4" creationId="{A5632445-C88B-4F35-BC26-8542FE70FC2B}"/>
          </ac:spMkLst>
        </pc:spChg>
      </pc:sldChg>
      <pc:sldChg chg="modSp new mod">
        <pc:chgData name="Sai Nikitha" userId="74572580792891d7" providerId="LiveId" clId="{65C94DB8-1B19-4CC2-A82D-89C53F3169ED}" dt="2025-09-19T10:44:28.420" v="105" actId="2710"/>
        <pc:sldMkLst>
          <pc:docMk/>
          <pc:sldMk cId="2305210026" sldId="265"/>
        </pc:sldMkLst>
        <pc:spChg chg="mod">
          <ac:chgData name="Sai Nikitha" userId="74572580792891d7" providerId="LiveId" clId="{65C94DB8-1B19-4CC2-A82D-89C53F3169ED}" dt="2025-09-19T10:43:50.985" v="96" actId="255"/>
          <ac:spMkLst>
            <pc:docMk/>
            <pc:sldMk cId="2305210026" sldId="265"/>
            <ac:spMk id="2" creationId="{2FDCAB2E-D5AD-4AF2-9022-98CD2A428411}"/>
          </ac:spMkLst>
        </pc:spChg>
        <pc:spChg chg="mod">
          <ac:chgData name="Sai Nikitha" userId="74572580792891d7" providerId="LiveId" clId="{65C94DB8-1B19-4CC2-A82D-89C53F3169ED}" dt="2025-09-19T10:44:28.420" v="105" actId="2710"/>
          <ac:spMkLst>
            <pc:docMk/>
            <pc:sldMk cId="2305210026" sldId="265"/>
            <ac:spMk id="3" creationId="{2033DFE3-3C5D-401C-8E20-5DB4B8C10ED5}"/>
          </ac:spMkLst>
        </pc:spChg>
      </pc:sldChg>
      <pc:sldChg chg="modSp new mod">
        <pc:chgData name="Sai Nikitha" userId="74572580792891d7" providerId="LiveId" clId="{65C94DB8-1B19-4CC2-A82D-89C53F3169ED}" dt="2025-09-19T10:45:38.188" v="130" actId="2710"/>
        <pc:sldMkLst>
          <pc:docMk/>
          <pc:sldMk cId="3923076788" sldId="266"/>
        </pc:sldMkLst>
        <pc:spChg chg="mod">
          <ac:chgData name="Sai Nikitha" userId="74572580792891d7" providerId="LiveId" clId="{65C94DB8-1B19-4CC2-A82D-89C53F3169ED}" dt="2025-09-19T10:44:56.735" v="123" actId="14100"/>
          <ac:spMkLst>
            <pc:docMk/>
            <pc:sldMk cId="3923076788" sldId="266"/>
            <ac:spMk id="2" creationId="{01210DCA-D791-4499-97B7-B5FAFF3DDEDB}"/>
          </ac:spMkLst>
        </pc:spChg>
        <pc:spChg chg="mod">
          <ac:chgData name="Sai Nikitha" userId="74572580792891d7" providerId="LiveId" clId="{65C94DB8-1B19-4CC2-A82D-89C53F3169ED}" dt="2025-09-19T10:45:38.188" v="130" actId="2710"/>
          <ac:spMkLst>
            <pc:docMk/>
            <pc:sldMk cId="3923076788" sldId="266"/>
            <ac:spMk id="3" creationId="{455E2D6A-861C-4D16-9C84-B0CAD2702B5C}"/>
          </ac:spMkLst>
        </pc:spChg>
      </pc:sldChg>
      <pc:sldChg chg="addSp delSp modSp new mod">
        <pc:chgData name="Sai Nikitha" userId="74572580792891d7" providerId="LiveId" clId="{65C94DB8-1B19-4CC2-A82D-89C53F3169ED}" dt="2025-09-19T10:46:50.563" v="144" actId="255"/>
        <pc:sldMkLst>
          <pc:docMk/>
          <pc:sldMk cId="357811611" sldId="267"/>
        </pc:sldMkLst>
        <pc:spChg chg="mod">
          <ac:chgData name="Sai Nikitha" userId="74572580792891d7" providerId="LiveId" clId="{65C94DB8-1B19-4CC2-A82D-89C53F3169ED}" dt="2025-09-19T10:45:45.877" v="133" actId="27636"/>
          <ac:spMkLst>
            <pc:docMk/>
            <pc:sldMk cId="357811611" sldId="267"/>
            <ac:spMk id="2" creationId="{3FDF55A6-3DD5-4B4E-9C08-F81AE3AC230A}"/>
          </ac:spMkLst>
        </pc:spChg>
        <pc:spChg chg="del mod">
          <ac:chgData name="Sai Nikitha" userId="74572580792891d7" providerId="LiveId" clId="{65C94DB8-1B19-4CC2-A82D-89C53F3169ED}" dt="2025-09-19T10:45:57.986" v="135"/>
          <ac:spMkLst>
            <pc:docMk/>
            <pc:sldMk cId="357811611" sldId="267"/>
            <ac:spMk id="3" creationId="{B48224FD-D606-4BC4-80BB-C9AC84A0BFCF}"/>
          </ac:spMkLst>
        </pc:spChg>
        <pc:spChg chg="add mod">
          <ac:chgData name="Sai Nikitha" userId="74572580792891d7" providerId="LiveId" clId="{65C94DB8-1B19-4CC2-A82D-89C53F3169ED}" dt="2025-09-19T10:46:50.563" v="144" actId="255"/>
          <ac:spMkLst>
            <pc:docMk/>
            <pc:sldMk cId="357811611" sldId="267"/>
            <ac:spMk id="4" creationId="{F15B79F5-9424-4CE9-8538-95978086C422}"/>
          </ac:spMkLst>
        </pc:spChg>
      </pc:sldChg>
      <pc:sldChg chg="addSp delSp modSp new mod">
        <pc:chgData name="Sai Nikitha" userId="74572580792891d7" providerId="LiveId" clId="{65C94DB8-1B19-4CC2-A82D-89C53F3169ED}" dt="2025-09-19T10:50:22.814" v="206" actId="14100"/>
        <pc:sldMkLst>
          <pc:docMk/>
          <pc:sldMk cId="602303210" sldId="268"/>
        </pc:sldMkLst>
        <pc:spChg chg="mod">
          <ac:chgData name="Sai Nikitha" userId="74572580792891d7" providerId="LiveId" clId="{65C94DB8-1B19-4CC2-A82D-89C53F3169ED}" dt="2025-09-19T10:47:19.750" v="168" actId="255"/>
          <ac:spMkLst>
            <pc:docMk/>
            <pc:sldMk cId="602303210" sldId="268"/>
            <ac:spMk id="2" creationId="{79142CCB-6859-4D17-9C32-06694957067C}"/>
          </ac:spMkLst>
        </pc:spChg>
        <pc:spChg chg="del">
          <ac:chgData name="Sai Nikitha" userId="74572580792891d7" providerId="LiveId" clId="{65C94DB8-1B19-4CC2-A82D-89C53F3169ED}" dt="2025-09-19T10:48:56.335" v="169" actId="22"/>
          <ac:spMkLst>
            <pc:docMk/>
            <pc:sldMk cId="602303210" sldId="268"/>
            <ac:spMk id="3" creationId="{C8A0DD46-04B7-40B9-89DD-CD17F95C4D8E}"/>
          </ac:spMkLst>
        </pc:spChg>
        <pc:spChg chg="add del mod">
          <ac:chgData name="Sai Nikitha" userId="74572580792891d7" providerId="LiveId" clId="{65C94DB8-1B19-4CC2-A82D-89C53F3169ED}" dt="2025-09-19T10:50:15.646" v="204"/>
          <ac:spMkLst>
            <pc:docMk/>
            <pc:sldMk cId="602303210" sldId="268"/>
            <ac:spMk id="8" creationId="{14FCEBA3-E3F6-4E70-8ECA-FE268E3F5895}"/>
          </ac:spMkLst>
        </pc:spChg>
        <pc:picChg chg="add del mod ord">
          <ac:chgData name="Sai Nikitha" userId="74572580792891d7" providerId="LiveId" clId="{65C94DB8-1B19-4CC2-A82D-89C53F3169ED}" dt="2025-09-19T10:50:12.844" v="203" actId="478"/>
          <ac:picMkLst>
            <pc:docMk/>
            <pc:sldMk cId="602303210" sldId="268"/>
            <ac:picMk id="5" creationId="{A54E9759-CBFE-48E2-A462-90FBFC933A3F}"/>
          </ac:picMkLst>
        </pc:picChg>
        <pc:picChg chg="add del mod">
          <ac:chgData name="Sai Nikitha" userId="74572580792891d7" providerId="LiveId" clId="{65C94DB8-1B19-4CC2-A82D-89C53F3169ED}" dt="2025-09-19T10:50:11.547" v="202" actId="478"/>
          <ac:picMkLst>
            <pc:docMk/>
            <pc:sldMk cId="602303210" sldId="268"/>
            <ac:picMk id="6" creationId="{4AA974F5-C299-463E-A462-0E3F8026851A}"/>
          </ac:picMkLst>
        </pc:picChg>
        <pc:picChg chg="add mod">
          <ac:chgData name="Sai Nikitha" userId="74572580792891d7" providerId="LiveId" clId="{65C94DB8-1B19-4CC2-A82D-89C53F3169ED}" dt="2025-09-19T10:50:22.814" v="206" actId="14100"/>
          <ac:picMkLst>
            <pc:docMk/>
            <pc:sldMk cId="602303210" sldId="268"/>
            <ac:picMk id="9" creationId="{78A39401-1A8C-4AD1-B22E-92A901DFB7FC}"/>
          </ac:picMkLst>
        </pc:picChg>
      </pc:sldChg>
      <pc:sldChg chg="addSp modSp new mod">
        <pc:chgData name="Sai Nikitha" userId="74572580792891d7" providerId="LiveId" clId="{65C94DB8-1B19-4CC2-A82D-89C53F3169ED}" dt="2025-09-19T10:50:55.380" v="211" actId="14100"/>
        <pc:sldMkLst>
          <pc:docMk/>
          <pc:sldMk cId="2521812164" sldId="269"/>
        </pc:sldMkLst>
        <pc:spChg chg="mod">
          <ac:chgData name="Sai Nikitha" userId="74572580792891d7" providerId="LiveId" clId="{65C94DB8-1B19-4CC2-A82D-89C53F3169ED}" dt="2025-09-19T10:49:39.736" v="187" actId="14100"/>
          <ac:spMkLst>
            <pc:docMk/>
            <pc:sldMk cId="2521812164" sldId="269"/>
            <ac:spMk id="2" creationId="{66BB32DA-39F5-4EAC-9A4F-292848914226}"/>
          </ac:spMkLst>
        </pc:spChg>
        <pc:spChg chg="mod">
          <ac:chgData name="Sai Nikitha" userId="74572580792891d7" providerId="LiveId" clId="{65C94DB8-1B19-4CC2-A82D-89C53F3169ED}" dt="2025-09-19T10:50:45.985" v="207" actId="20577"/>
          <ac:spMkLst>
            <pc:docMk/>
            <pc:sldMk cId="2521812164" sldId="269"/>
            <ac:spMk id="3" creationId="{B2E4B675-F0AC-47D4-899E-886F48EEE826}"/>
          </ac:spMkLst>
        </pc:spChg>
        <pc:picChg chg="add mod">
          <ac:chgData name="Sai Nikitha" userId="74572580792891d7" providerId="LiveId" clId="{65C94DB8-1B19-4CC2-A82D-89C53F3169ED}" dt="2025-09-19T10:50:55.380" v="211" actId="14100"/>
          <ac:picMkLst>
            <pc:docMk/>
            <pc:sldMk cId="2521812164" sldId="269"/>
            <ac:picMk id="4" creationId="{61FCAA37-AA16-4154-A7FF-867B531E931D}"/>
          </ac:picMkLst>
        </pc:picChg>
      </pc:sldChg>
      <pc:sldChg chg="addSp delSp modSp new mod">
        <pc:chgData name="Sai Nikitha" userId="74572580792891d7" providerId="LiveId" clId="{65C94DB8-1B19-4CC2-A82D-89C53F3169ED}" dt="2025-09-19T10:51:44.141" v="234" actId="14100"/>
        <pc:sldMkLst>
          <pc:docMk/>
          <pc:sldMk cId="1792844555" sldId="270"/>
        </pc:sldMkLst>
        <pc:spChg chg="mod">
          <ac:chgData name="Sai Nikitha" userId="74572580792891d7" providerId="LiveId" clId="{65C94DB8-1B19-4CC2-A82D-89C53F3169ED}" dt="2025-09-19T10:51:21.224" v="230" actId="14100"/>
          <ac:spMkLst>
            <pc:docMk/>
            <pc:sldMk cId="1792844555" sldId="270"/>
            <ac:spMk id="2" creationId="{EA0E5F0E-A28D-45E9-8113-45ED56568014}"/>
          </ac:spMkLst>
        </pc:spChg>
        <pc:spChg chg="del">
          <ac:chgData name="Sai Nikitha" userId="74572580792891d7" providerId="LiveId" clId="{65C94DB8-1B19-4CC2-A82D-89C53F3169ED}" dt="2025-09-19T10:51:34.429" v="231"/>
          <ac:spMkLst>
            <pc:docMk/>
            <pc:sldMk cId="1792844555" sldId="270"/>
            <ac:spMk id="3" creationId="{EF0FD4E9-1575-453C-A86B-57E0CEABA55C}"/>
          </ac:spMkLst>
        </pc:spChg>
        <pc:picChg chg="add mod">
          <ac:chgData name="Sai Nikitha" userId="74572580792891d7" providerId="LiveId" clId="{65C94DB8-1B19-4CC2-A82D-89C53F3169ED}" dt="2025-09-19T10:51:44.141" v="234" actId="14100"/>
          <ac:picMkLst>
            <pc:docMk/>
            <pc:sldMk cId="1792844555" sldId="270"/>
            <ac:picMk id="4" creationId="{B582034F-74AC-46C3-860F-1393C7D9ADF8}"/>
          </ac:picMkLst>
        </pc:picChg>
      </pc:sldChg>
      <pc:sldChg chg="addSp delSp modSp new mod">
        <pc:chgData name="Sai Nikitha" userId="74572580792891d7" providerId="LiveId" clId="{65C94DB8-1B19-4CC2-A82D-89C53F3169ED}" dt="2025-09-19T10:52:25.361" v="257" actId="14100"/>
        <pc:sldMkLst>
          <pc:docMk/>
          <pc:sldMk cId="222802316" sldId="271"/>
        </pc:sldMkLst>
        <pc:spChg chg="mod">
          <ac:chgData name="Sai Nikitha" userId="74572580792891d7" providerId="LiveId" clId="{65C94DB8-1B19-4CC2-A82D-89C53F3169ED}" dt="2025-09-19T10:52:09.657" v="254" actId="14100"/>
          <ac:spMkLst>
            <pc:docMk/>
            <pc:sldMk cId="222802316" sldId="271"/>
            <ac:spMk id="2" creationId="{DF65F6E4-A9CD-4694-BFC3-241FD85EC0E8}"/>
          </ac:spMkLst>
        </pc:spChg>
        <pc:spChg chg="del">
          <ac:chgData name="Sai Nikitha" userId="74572580792891d7" providerId="LiveId" clId="{65C94DB8-1B19-4CC2-A82D-89C53F3169ED}" dt="2025-09-19T10:52:19.279" v="255"/>
          <ac:spMkLst>
            <pc:docMk/>
            <pc:sldMk cId="222802316" sldId="271"/>
            <ac:spMk id="3" creationId="{BD2E259C-A9D1-4A9C-B535-ACDB6657C2C6}"/>
          </ac:spMkLst>
        </pc:spChg>
        <pc:picChg chg="add mod">
          <ac:chgData name="Sai Nikitha" userId="74572580792891d7" providerId="LiveId" clId="{65C94DB8-1B19-4CC2-A82D-89C53F3169ED}" dt="2025-09-19T10:52:25.361" v="257" actId="14100"/>
          <ac:picMkLst>
            <pc:docMk/>
            <pc:sldMk cId="222802316" sldId="271"/>
            <ac:picMk id="4" creationId="{FE0790D6-5345-4275-AFD7-723EE85336B4}"/>
          </ac:picMkLst>
        </pc:picChg>
      </pc:sldChg>
      <pc:sldChg chg="addSp delSp modSp new mod">
        <pc:chgData name="Sai Nikitha" userId="74572580792891d7" providerId="LiveId" clId="{65C94DB8-1B19-4CC2-A82D-89C53F3169ED}" dt="2025-09-19T10:53:16.676" v="284" actId="14100"/>
        <pc:sldMkLst>
          <pc:docMk/>
          <pc:sldMk cId="3465556788" sldId="272"/>
        </pc:sldMkLst>
        <pc:spChg chg="mod">
          <ac:chgData name="Sai Nikitha" userId="74572580792891d7" providerId="LiveId" clId="{65C94DB8-1B19-4CC2-A82D-89C53F3169ED}" dt="2025-09-19T10:52:59.628" v="281" actId="14100"/>
          <ac:spMkLst>
            <pc:docMk/>
            <pc:sldMk cId="3465556788" sldId="272"/>
            <ac:spMk id="2" creationId="{3075C946-B53D-46D0-84B5-738C550E677D}"/>
          </ac:spMkLst>
        </pc:spChg>
        <pc:spChg chg="del">
          <ac:chgData name="Sai Nikitha" userId="74572580792891d7" providerId="LiveId" clId="{65C94DB8-1B19-4CC2-A82D-89C53F3169ED}" dt="2025-09-19T10:53:09.818" v="282"/>
          <ac:spMkLst>
            <pc:docMk/>
            <pc:sldMk cId="3465556788" sldId="272"/>
            <ac:spMk id="3" creationId="{2E5BA7DD-5595-4E03-A17F-2F5689C61D03}"/>
          </ac:spMkLst>
        </pc:spChg>
        <pc:picChg chg="add mod">
          <ac:chgData name="Sai Nikitha" userId="74572580792891d7" providerId="LiveId" clId="{65C94DB8-1B19-4CC2-A82D-89C53F3169ED}" dt="2025-09-19T10:53:16.676" v="284" actId="14100"/>
          <ac:picMkLst>
            <pc:docMk/>
            <pc:sldMk cId="3465556788" sldId="272"/>
            <ac:picMk id="4" creationId="{B0BDB308-DC4D-4FDD-9661-3C66D543B197}"/>
          </ac:picMkLst>
        </pc:picChg>
      </pc:sldChg>
      <pc:sldChg chg="addSp delSp modSp new mod">
        <pc:chgData name="Sai Nikitha" userId="74572580792891d7" providerId="LiveId" clId="{65C94DB8-1B19-4CC2-A82D-89C53F3169ED}" dt="2025-09-19T10:55:01.235" v="308" actId="14100"/>
        <pc:sldMkLst>
          <pc:docMk/>
          <pc:sldMk cId="1086236727" sldId="273"/>
        </pc:sldMkLst>
        <pc:spChg chg="mod">
          <ac:chgData name="Sai Nikitha" userId="74572580792891d7" providerId="LiveId" clId="{65C94DB8-1B19-4CC2-A82D-89C53F3169ED}" dt="2025-09-19T10:53:53.674" v="301" actId="255"/>
          <ac:spMkLst>
            <pc:docMk/>
            <pc:sldMk cId="1086236727" sldId="273"/>
            <ac:spMk id="2" creationId="{18BEE0D9-C1C9-4817-BBCE-8FE2F4EC3A05}"/>
          </ac:spMkLst>
        </pc:spChg>
        <pc:spChg chg="del mod">
          <ac:chgData name="Sai Nikitha" userId="74572580792891d7" providerId="LiveId" clId="{65C94DB8-1B19-4CC2-A82D-89C53F3169ED}" dt="2025-09-19T10:54:40.673" v="303"/>
          <ac:spMkLst>
            <pc:docMk/>
            <pc:sldMk cId="1086236727" sldId="273"/>
            <ac:spMk id="3" creationId="{3148C864-4221-4F58-AFF1-C8BC15BF84A1}"/>
          </ac:spMkLst>
        </pc:spChg>
        <pc:spChg chg="add mod">
          <ac:chgData name="Sai Nikitha" userId="74572580792891d7" providerId="LiveId" clId="{65C94DB8-1B19-4CC2-A82D-89C53F3169ED}" dt="2025-09-19T10:55:01.235" v="308" actId="14100"/>
          <ac:spMkLst>
            <pc:docMk/>
            <pc:sldMk cId="1086236727" sldId="273"/>
            <ac:spMk id="4" creationId="{2C017368-5771-4928-8185-37F3798DD14E}"/>
          </ac:spMkLst>
        </pc:spChg>
      </pc:sldChg>
      <pc:sldChg chg="addSp delSp modSp new mod">
        <pc:chgData name="Sai Nikitha" userId="74572580792891d7" providerId="LiveId" clId="{65C94DB8-1B19-4CC2-A82D-89C53F3169ED}" dt="2025-09-19T10:55:40.264" v="318" actId="14100"/>
        <pc:sldMkLst>
          <pc:docMk/>
          <pc:sldMk cId="391742480" sldId="274"/>
        </pc:sldMkLst>
        <pc:spChg chg="mod">
          <ac:chgData name="Sai Nikitha" userId="74572580792891d7" providerId="LiveId" clId="{65C94DB8-1B19-4CC2-A82D-89C53F3169ED}" dt="2025-09-19T10:55:11.719" v="311" actId="27636"/>
          <ac:spMkLst>
            <pc:docMk/>
            <pc:sldMk cId="391742480" sldId="274"/>
            <ac:spMk id="2" creationId="{CFBF40EF-2DC5-42B1-A8EF-B0C24884C16F}"/>
          </ac:spMkLst>
        </pc:spChg>
        <pc:spChg chg="del mod">
          <ac:chgData name="Sai Nikitha" userId="74572580792891d7" providerId="LiveId" clId="{65C94DB8-1B19-4CC2-A82D-89C53F3169ED}" dt="2025-09-19T10:55:23.173" v="313"/>
          <ac:spMkLst>
            <pc:docMk/>
            <pc:sldMk cId="391742480" sldId="274"/>
            <ac:spMk id="3" creationId="{1F0CB38F-8DEE-40C3-AE17-9798AD01E25D}"/>
          </ac:spMkLst>
        </pc:spChg>
        <pc:spChg chg="add mod">
          <ac:chgData name="Sai Nikitha" userId="74572580792891d7" providerId="LiveId" clId="{65C94DB8-1B19-4CC2-A82D-89C53F3169ED}" dt="2025-09-19T10:55:40.264" v="318" actId="14100"/>
          <ac:spMkLst>
            <pc:docMk/>
            <pc:sldMk cId="391742480" sldId="274"/>
            <ac:spMk id="4" creationId="{BC657A68-4E79-4B73-A84C-08C7AB6BADE9}"/>
          </ac:spMkLst>
        </pc:spChg>
      </pc:sldChg>
      <pc:sldChg chg="modSp new mod">
        <pc:chgData name="Sai Nikitha" userId="74572580792891d7" providerId="LiveId" clId="{65C94DB8-1B19-4CC2-A82D-89C53F3169ED}" dt="2025-09-19T10:56:46.790" v="345" actId="255"/>
        <pc:sldMkLst>
          <pc:docMk/>
          <pc:sldMk cId="1772931070" sldId="275"/>
        </pc:sldMkLst>
        <pc:spChg chg="mod">
          <ac:chgData name="Sai Nikitha" userId="74572580792891d7" providerId="LiveId" clId="{65C94DB8-1B19-4CC2-A82D-89C53F3169ED}" dt="2025-09-19T10:56:03.860" v="333" actId="14100"/>
          <ac:spMkLst>
            <pc:docMk/>
            <pc:sldMk cId="1772931070" sldId="275"/>
            <ac:spMk id="2" creationId="{7F601E10-F337-4153-9FDC-5276B43E9196}"/>
          </ac:spMkLst>
        </pc:spChg>
        <pc:spChg chg="mod">
          <ac:chgData name="Sai Nikitha" userId="74572580792891d7" providerId="LiveId" clId="{65C94DB8-1B19-4CC2-A82D-89C53F3169ED}" dt="2025-09-19T10:56:46.790" v="345" actId="255"/>
          <ac:spMkLst>
            <pc:docMk/>
            <pc:sldMk cId="1772931070" sldId="275"/>
            <ac:spMk id="3" creationId="{194D0EF6-AF92-4665-992A-2D6C35120E7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FBB5F-223D-4626-9ECB-4F014D27D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082C40-D90D-43D8-A7ED-25EB96CD4D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9162E9-7DDD-42B4-9A3A-656A4E88F1DA}"/>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EEFC1675-6208-4101-9B56-F8C8F49DB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AC849-E5C6-4A7A-A923-064C8B95C0C3}"/>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4273678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E6EEA-4DBD-416E-A5EC-8D5C33C543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C49E56-0931-4B31-AB8C-4D9467A31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007C0-DECD-4C46-93BC-05A72C4C76CE}"/>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72ACC35D-BF90-4488-85E5-5CFB85873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09208-40E1-4F83-941B-743EBE49FEAA}"/>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1935477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7111F-D2EF-44CD-8619-0314C2E858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EA303D-9A70-4E66-80D2-093A6AFEA6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08018C-6DF6-4D56-A5EE-6D00AF621140}"/>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44FD1476-0568-4BB2-A76D-3147754A2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AC3EC-29C4-4B5C-812A-40FA94CC6EE6}"/>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213813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291A8-EB70-4322-BFB0-AD89BCC0BE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03AAB9-4B2E-4E33-A502-9B8774D807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A009C5-5907-4129-8A03-D85484445A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0785CC-F583-4519-94B1-04AB6FBA9A87}"/>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6" name="Footer Placeholder 5">
            <a:extLst>
              <a:ext uri="{FF2B5EF4-FFF2-40B4-BE49-F238E27FC236}">
                <a16:creationId xmlns:a16="http://schemas.microsoft.com/office/drawing/2014/main" id="{8C3989EC-FEED-49E4-82F8-1EFBB857CF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896848-1C22-4B1C-990E-25B9836767E6}"/>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3635895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754D-D4C0-48DC-9FC9-300C167A41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2746AF-E280-4668-9432-E8B13C4204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B1210A-7A84-4056-A30D-E2D35DC2E3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3B37F-F5FD-491A-92F6-E42CB0F4D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D1CCD3-4A35-4FA6-8049-C797710110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9A7F98-0635-46D4-AB52-CD7830B96B9D}"/>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8" name="Footer Placeholder 7">
            <a:extLst>
              <a:ext uri="{FF2B5EF4-FFF2-40B4-BE49-F238E27FC236}">
                <a16:creationId xmlns:a16="http://schemas.microsoft.com/office/drawing/2014/main" id="{007D3D67-E02E-460D-B1C6-2B1DAA6D4B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796F65-9A8E-4F88-9BF6-0EF227D6089C}"/>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678623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8D38-A6DB-4090-AE11-8A8BB2057E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A1198D-B26A-4354-B8D4-32683D7D86CA}"/>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4" name="Footer Placeholder 3">
            <a:extLst>
              <a:ext uri="{FF2B5EF4-FFF2-40B4-BE49-F238E27FC236}">
                <a16:creationId xmlns:a16="http://schemas.microsoft.com/office/drawing/2014/main" id="{0F423239-272B-4E2F-AADD-ECA489E96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D9121D-DACE-437D-85E9-ACDECD11B39D}"/>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3141999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268147-070D-4F45-AE4C-4DB82924B1C2}"/>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3" name="Footer Placeholder 2">
            <a:extLst>
              <a:ext uri="{FF2B5EF4-FFF2-40B4-BE49-F238E27FC236}">
                <a16:creationId xmlns:a16="http://schemas.microsoft.com/office/drawing/2014/main" id="{78E6988A-1F6F-475F-9AE5-E0A9140428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EFA074-A5CB-4C86-AC34-9E85CE4C1797}"/>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62581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DA637-D25A-4D2E-8717-687B13B241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0C5B3F-16AF-462F-90DD-B3E55B5B73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393300-31B3-4C4C-A9FF-BBE9233C2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D38A39-8ACE-4934-8B19-3870427D3044}"/>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6" name="Footer Placeholder 5">
            <a:extLst>
              <a:ext uri="{FF2B5EF4-FFF2-40B4-BE49-F238E27FC236}">
                <a16:creationId xmlns:a16="http://schemas.microsoft.com/office/drawing/2014/main" id="{B902C5F5-4371-4F7E-86C3-951CB1F7C1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701E2-41D0-4E7C-9E3E-477837C33133}"/>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1888729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FA3C6-B969-4103-9078-9E6D23D7F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F57B73-38F8-4ABF-A26C-66A8B6CCD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232A84-64C1-46B8-9AD9-A90DD74F1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296F98-BF0F-412F-B1F2-D4DA6E80B695}"/>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6" name="Footer Placeholder 5">
            <a:extLst>
              <a:ext uri="{FF2B5EF4-FFF2-40B4-BE49-F238E27FC236}">
                <a16:creationId xmlns:a16="http://schemas.microsoft.com/office/drawing/2014/main" id="{FF7C0555-41C9-4F0A-A8E2-5EEB08BC28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927BE-F2AA-4BF1-B7D8-D6FD860C122D}"/>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298753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9BCA-339E-485E-A0BC-375C140A91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CE4E94-15B3-4BE0-A145-D2F687AA9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A45154-365C-4C16-8CE3-DFED562B2BCE}"/>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75138EDA-99BE-416E-804E-2ADF439DA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14779-C5D7-406E-924D-7AB8032BEEC6}"/>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322695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789130-39FF-48F0-9B7B-8B0D62DC4D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13A07-724F-44FF-9FE5-124CD80C74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89A93-FB14-4927-8387-4C421CFD77CE}"/>
              </a:ext>
            </a:extLst>
          </p:cNvPr>
          <p:cNvSpPr>
            <a:spLocks noGrp="1"/>
          </p:cNvSpPr>
          <p:nvPr>
            <p:ph type="dt" sz="half" idx="10"/>
          </p:nvPr>
        </p:nvSpPr>
        <p:spPr/>
        <p:txBody>
          <a:body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34D828DA-19E2-43AA-BCE8-203625047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16145-F94F-40BC-B5C1-8B47192B1806}"/>
              </a:ext>
            </a:extLst>
          </p:cNvPr>
          <p:cNvSpPr>
            <a:spLocks noGrp="1"/>
          </p:cNvSpPr>
          <p:nvPr>
            <p:ph type="sldNum" sz="quarter" idx="12"/>
          </p:nvPr>
        </p:nvSpPr>
        <p:spPr/>
        <p:txBody>
          <a:bodyPr/>
          <a:lstStyle/>
          <a:p>
            <a:fld id="{FB040F04-2456-4CC6-8CF4-22E05346932C}" type="slidenum">
              <a:rPr lang="en-US" smtClean="0"/>
              <a:t>‹#›</a:t>
            </a:fld>
            <a:endParaRPr lang="en-US"/>
          </a:p>
        </p:txBody>
      </p:sp>
    </p:spTree>
    <p:extLst>
      <p:ext uri="{BB962C8B-B14F-4D97-AF65-F5344CB8AC3E}">
        <p14:creationId xmlns:p14="http://schemas.microsoft.com/office/powerpoint/2010/main" val="1889159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06BB7C-BE7E-4A5F-807C-07B836732E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0F52DA-AE56-45C5-9EB5-44A15C4FE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5E5130-A617-4C12-BCA7-3F315B254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BB0DEE-18DD-4B52-9A39-90A90BC505D8}" type="datetimeFigureOut">
              <a:rPr lang="en-US" smtClean="0"/>
              <a:t>9/19/2025</a:t>
            </a:fld>
            <a:endParaRPr lang="en-US"/>
          </a:p>
        </p:txBody>
      </p:sp>
      <p:sp>
        <p:nvSpPr>
          <p:cNvPr id="5" name="Footer Placeholder 4">
            <a:extLst>
              <a:ext uri="{FF2B5EF4-FFF2-40B4-BE49-F238E27FC236}">
                <a16:creationId xmlns:a16="http://schemas.microsoft.com/office/drawing/2014/main" id="{E32A8864-C6D5-42F5-BDF5-D4DDCED321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4150E2-433B-4EA5-BF49-E05C85AAE9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040F04-2456-4CC6-8CF4-22E05346932C}" type="slidenum">
              <a:rPr lang="en-US" smtClean="0"/>
              <a:t>‹#›</a:t>
            </a:fld>
            <a:endParaRPr lang="en-US"/>
          </a:p>
        </p:txBody>
      </p:sp>
    </p:spTree>
    <p:extLst>
      <p:ext uri="{BB962C8B-B14F-4D97-AF65-F5344CB8AC3E}">
        <p14:creationId xmlns:p14="http://schemas.microsoft.com/office/powerpoint/2010/main" val="3526935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49157-3836-48CE-B1D4-823F517B5961}"/>
              </a:ext>
            </a:extLst>
          </p:cNvPr>
          <p:cNvSpPr>
            <a:spLocks noGrp="1"/>
          </p:cNvSpPr>
          <p:nvPr>
            <p:ph type="ctrTitle"/>
          </p:nvPr>
        </p:nvSpPr>
        <p:spPr>
          <a:xfrm>
            <a:off x="1524000" y="1122363"/>
            <a:ext cx="9144000" cy="3516544"/>
          </a:xfrm>
        </p:spPr>
        <p:txBody>
          <a:bodyPr/>
          <a:lstStyle/>
          <a:p>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VIDEO FORGERY DETECTION USING DNN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EF3E7D60-FDA2-4A26-850B-306CFD02A013}"/>
              </a:ext>
            </a:extLst>
          </p:cNvPr>
          <p:cNvSpPr>
            <a:spLocks noGrp="1"/>
          </p:cNvSpPr>
          <p:nvPr>
            <p:ph type="subTitle" idx="1"/>
          </p:nvPr>
        </p:nvSpPr>
        <p:spPr>
          <a:xfrm>
            <a:off x="1524000" y="5040350"/>
            <a:ext cx="9144000" cy="217449"/>
          </a:xfrm>
        </p:spPr>
        <p:txBody>
          <a:bodyPr>
            <a:normAutofit fontScale="47500" lnSpcReduction="20000"/>
          </a:bodyPr>
          <a:lstStyle/>
          <a:p>
            <a:endParaRPr lang="en-US" dirty="0"/>
          </a:p>
        </p:txBody>
      </p:sp>
    </p:spTree>
    <p:extLst>
      <p:ext uri="{BB962C8B-B14F-4D97-AF65-F5344CB8AC3E}">
        <p14:creationId xmlns:p14="http://schemas.microsoft.com/office/powerpoint/2010/main" val="2354339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7407-2E71-4AF0-8743-CB3E686D85B4}"/>
              </a:ext>
            </a:extLst>
          </p:cNvPr>
          <p:cNvSpPr>
            <a:spLocks noGrp="1"/>
          </p:cNvSpPr>
          <p:nvPr>
            <p:ph type="title"/>
          </p:nvPr>
        </p:nvSpPr>
        <p:spPr>
          <a:xfrm>
            <a:off x="838200" y="365126"/>
            <a:ext cx="10515600" cy="816904"/>
          </a:xfrm>
        </p:spPr>
        <p:txBody>
          <a:bodyPr>
            <a:normAutofit/>
          </a:bodyPr>
          <a:lstStyle/>
          <a:p>
            <a:r>
              <a:rPr lang="en-US" sz="32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2AFD07A0-E403-4D7C-ACC6-EE089BFE8EFF}"/>
              </a:ext>
            </a:extLst>
          </p:cNvPr>
          <p:cNvSpPr>
            <a:spLocks noGrp="1"/>
          </p:cNvSpPr>
          <p:nvPr>
            <p:ph idx="1"/>
          </p:nvPr>
        </p:nvSpPr>
        <p:spPr>
          <a:xfrm>
            <a:off x="838200" y="1471961"/>
            <a:ext cx="10515600" cy="4705002"/>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This research focuses on detecting video forgery using Deep Neural Network (DNN) techniques, addressing the growing challenge of manipulated digital content. Video forgery, including splicing, frame duplication, and tampering, poses significant risks in areas such as media authenticity, security surveillance, and legal evidence. The proposed system leverages DNN architectures to automatically extract spatial and temporal features from video frames, enabling accurate identification of forged segments. By training on a diverse dataset of authentic and manipulated videos, the model achieves robust detection performance even under compression, noise, and other distortions. Experimental results demonstrate that DNN-based methods outperform traditional forgery detection approaches in precision and recall, highlighting their potential for real-time and scalable video authentication solutions.</a:t>
            </a:r>
          </a:p>
        </p:txBody>
      </p:sp>
    </p:spTree>
    <p:extLst>
      <p:ext uri="{BB962C8B-B14F-4D97-AF65-F5344CB8AC3E}">
        <p14:creationId xmlns:p14="http://schemas.microsoft.com/office/powerpoint/2010/main" val="2013759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D6EFA-49E2-4EBF-A2ED-211275200FE5}"/>
              </a:ext>
            </a:extLst>
          </p:cNvPr>
          <p:cNvSpPr>
            <a:spLocks noGrp="1"/>
          </p:cNvSpPr>
          <p:nvPr>
            <p:ph type="title"/>
          </p:nvPr>
        </p:nvSpPr>
        <p:spPr>
          <a:xfrm>
            <a:off x="838200" y="365126"/>
            <a:ext cx="10515600" cy="794602"/>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8D7D8EE7-1BB6-418C-B5AD-AEA97EC45197}"/>
              </a:ext>
            </a:extLst>
          </p:cNvPr>
          <p:cNvSpPr>
            <a:spLocks noGrp="1"/>
          </p:cNvSpPr>
          <p:nvPr>
            <p:ph idx="1"/>
          </p:nvPr>
        </p:nvSpPr>
        <p:spPr>
          <a:xfrm>
            <a:off x="838200" y="1427356"/>
            <a:ext cx="10515600" cy="4749607"/>
          </a:xfrm>
        </p:spPr>
        <p:txBody>
          <a:bodyPr>
            <a:normAutofit lnSpcReduction="1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In recent years, the rapid advancement of digital media technologies has made video content creation and distribution easier than ever. While this has enabled new forms of communication and entertainment, it has also led to an increase in malicious manipulations, such as video forgery. Video forgery refers to the unauthorized alteration of video content to mislead viewers, which can include techniques like splicing, frame duplication, object insertion, and </a:t>
            </a:r>
            <a:r>
              <a:rPr lang="en-US" sz="2000" dirty="0" err="1">
                <a:latin typeface="Times New Roman" panose="02020603050405020304" pitchFamily="18" charset="0"/>
                <a:cs typeface="Times New Roman" panose="02020603050405020304" pitchFamily="18" charset="0"/>
              </a:rPr>
              <a:t>deepfake</a:t>
            </a:r>
            <a:r>
              <a:rPr lang="en-US" sz="2000" dirty="0">
                <a:latin typeface="Times New Roman" panose="02020603050405020304" pitchFamily="18" charset="0"/>
                <a:cs typeface="Times New Roman" panose="02020603050405020304" pitchFamily="18" charset="0"/>
              </a:rPr>
              <a:t> generation. Such manipulations pose significant threats in fields like journalism, legal proceedings, security surveillance, and social media, where authenticity is crucial. Traditional forgery detection methods often rely on manual inspection or simple digital fingerprints, which are time-consuming and prone to errors, especially against sophisticated manipulations. To address these challenges, Deep Neural Networks (DNNs) offer a powerful solution by automatically learning complex spatial and temporal patterns in video data.</a:t>
            </a:r>
          </a:p>
        </p:txBody>
      </p:sp>
    </p:spTree>
    <p:extLst>
      <p:ext uri="{BB962C8B-B14F-4D97-AF65-F5344CB8AC3E}">
        <p14:creationId xmlns:p14="http://schemas.microsoft.com/office/powerpoint/2010/main" val="1254212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5D4F5-2026-4FFF-9F3D-76CB721141BA}"/>
              </a:ext>
            </a:extLst>
          </p:cNvPr>
          <p:cNvSpPr>
            <a:spLocks noGrp="1"/>
          </p:cNvSpPr>
          <p:nvPr>
            <p:ph type="title"/>
          </p:nvPr>
        </p:nvSpPr>
        <p:spPr>
          <a:xfrm>
            <a:off x="838200" y="365126"/>
            <a:ext cx="10515600" cy="683090"/>
          </a:xfrm>
        </p:spPr>
        <p:txBody>
          <a:bodyPr>
            <a:normAutofit/>
          </a:bodyPr>
          <a:lstStyle/>
          <a:p>
            <a:r>
              <a:rPr lang="en-US" sz="32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D803A0BC-0540-460B-8D5B-92A131743853}"/>
              </a:ext>
            </a:extLst>
          </p:cNvPr>
          <p:cNvSpPr>
            <a:spLocks noGrp="1"/>
          </p:cNvSpPr>
          <p:nvPr>
            <p:ph idx="1"/>
          </p:nvPr>
        </p:nvSpPr>
        <p:spPr>
          <a:xfrm>
            <a:off x="838200" y="1048216"/>
            <a:ext cx="10515600" cy="5128747"/>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existing systems for video forgery detection primarily rely on traditional digital forensic techniques, such as analyzing compression artifacts, pixel inconsistencies, motion patterns, and metadata. These methods often require manual inspection or handcrafted feature extraction, making them time-consuming and less effective against sophisticated manipulations like </a:t>
            </a:r>
            <a:r>
              <a:rPr lang="en-US" sz="2000" dirty="0" err="1">
                <a:latin typeface="Times New Roman" panose="02020603050405020304" pitchFamily="18" charset="0"/>
                <a:cs typeface="Times New Roman" panose="02020603050405020304" pitchFamily="18" charset="0"/>
              </a:rPr>
              <a:t>deepfakes</a:t>
            </a:r>
            <a:r>
              <a:rPr lang="en-US" sz="2000" dirty="0">
                <a:latin typeface="Times New Roman" panose="02020603050405020304" pitchFamily="18" charset="0"/>
                <a:cs typeface="Times New Roman" panose="02020603050405020304" pitchFamily="18" charset="0"/>
              </a:rPr>
              <a:t>, frame interpolation, and object insertion. While some conventional algorithms can detect basic forgeries, they struggle with videos that are compressed, noisy, or subtly altered. Additionally, most existing systems lack the ability to automatically capture both spatial and temporal dependencies in video sequences, limiting their accuracy and scalability. As a result, there is a need for more advanced approaches that can provide real-time, reliable, and automated detection of various types of video forgery</a:t>
            </a:r>
            <a:r>
              <a:rPr lang="en-US" dirty="0"/>
              <a:t>.</a:t>
            </a:r>
          </a:p>
        </p:txBody>
      </p:sp>
    </p:spTree>
    <p:extLst>
      <p:ext uri="{BB962C8B-B14F-4D97-AF65-F5344CB8AC3E}">
        <p14:creationId xmlns:p14="http://schemas.microsoft.com/office/powerpoint/2010/main" val="1315997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CA493-8F96-41AB-B366-A71A092ADE46}"/>
              </a:ext>
            </a:extLst>
          </p:cNvPr>
          <p:cNvSpPr>
            <a:spLocks noGrp="1"/>
          </p:cNvSpPr>
          <p:nvPr>
            <p:ph type="title"/>
          </p:nvPr>
        </p:nvSpPr>
        <p:spPr>
          <a:xfrm>
            <a:off x="838200" y="365125"/>
            <a:ext cx="10515600" cy="861509"/>
          </a:xfrm>
        </p:spPr>
        <p:txBody>
          <a:bodyPr>
            <a:normAutofit/>
          </a:bodyPr>
          <a:lstStyle/>
          <a:p>
            <a:r>
              <a:rPr lang="en-US" sz="3200" b="1" dirty="0">
                <a:latin typeface="Times New Roman" panose="02020603050405020304" pitchFamily="18" charset="0"/>
                <a:cs typeface="Times New Roman" panose="02020603050405020304" pitchFamily="18" charset="0"/>
              </a:rPr>
              <a:t>DISADVANTAGES</a:t>
            </a:r>
          </a:p>
        </p:txBody>
      </p:sp>
      <p:sp>
        <p:nvSpPr>
          <p:cNvPr id="4" name="Rectangle 1">
            <a:extLst>
              <a:ext uri="{FF2B5EF4-FFF2-40B4-BE49-F238E27FC236}">
                <a16:creationId xmlns:a16="http://schemas.microsoft.com/office/drawing/2014/main" id="{D39690DA-5B43-4D0A-994C-9F1CD9E9BB1B}"/>
              </a:ext>
            </a:extLst>
          </p:cNvPr>
          <p:cNvSpPr>
            <a:spLocks noGrp="1" noChangeArrowheads="1"/>
          </p:cNvSpPr>
          <p:nvPr>
            <p:ph idx="1"/>
          </p:nvPr>
        </p:nvSpPr>
        <p:spPr bwMode="auto">
          <a:xfrm>
            <a:off x="474012" y="1794674"/>
            <a:ext cx="11243976"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 manual inspection or handcrafted feature extraction, which is time-consuming and error-prone.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effectiveness against advanced manipulations such as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deepfakes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frame interpolation, and splicing.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Struggle to detect forgeries in compressed or low-quality videos.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Inability to capture both spatial and temporal inconsistencies in video sequences effectively.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scalability and real-time detection capability for large video datasets.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chances of false positives and false negatives due to reliance on shallow or rule-based techniques.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adaptability to new and evolving video manipulation techniques.</a:t>
            </a:r>
          </a:p>
        </p:txBody>
      </p:sp>
    </p:spTree>
    <p:extLst>
      <p:ext uri="{BB962C8B-B14F-4D97-AF65-F5344CB8AC3E}">
        <p14:creationId xmlns:p14="http://schemas.microsoft.com/office/powerpoint/2010/main" val="563774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4091A-5203-4332-8F8E-BD9BB85B2A6E}"/>
              </a:ext>
            </a:extLst>
          </p:cNvPr>
          <p:cNvSpPr>
            <a:spLocks noGrp="1"/>
          </p:cNvSpPr>
          <p:nvPr>
            <p:ph type="title"/>
          </p:nvPr>
        </p:nvSpPr>
        <p:spPr>
          <a:xfrm>
            <a:off x="838200" y="365126"/>
            <a:ext cx="10515600" cy="906114"/>
          </a:xfrm>
        </p:spPr>
        <p:txBody>
          <a:bodyPr>
            <a:normAutofit/>
          </a:bodyPr>
          <a:lstStyle/>
          <a:p>
            <a:r>
              <a:rPr lang="en-US" sz="32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BB606476-C922-4DE4-9A17-6EC6E2F6C853}"/>
              </a:ext>
            </a:extLst>
          </p:cNvPr>
          <p:cNvSpPr>
            <a:spLocks noGrp="1"/>
          </p:cNvSpPr>
          <p:nvPr>
            <p:ph idx="1"/>
          </p:nvPr>
        </p:nvSpPr>
        <p:spPr>
          <a:xfrm>
            <a:off x="838200" y="1650380"/>
            <a:ext cx="10515600" cy="4526583"/>
          </a:xfrm>
        </p:spPr>
        <p:txBody>
          <a:bodyPr>
            <a:normAutofit lnSpcReduction="10000"/>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proposed system introduces a Deep Neural Network (DNN)-based approach for efficient and accurate video forgery detection by automatically learning spatial and temporal features from video data. Unlike traditional methods that depend on manual feature extraction, the DNN model leverages convolutional and recurrent layers to capture frame-level details as well as motion inconsistencies across sequences. This enables the system to detect various types of manipulations, including splicing, frame duplication, </a:t>
            </a:r>
            <a:r>
              <a:rPr lang="en-US" sz="2000" dirty="0" err="1">
                <a:latin typeface="Times New Roman" panose="02020603050405020304" pitchFamily="18" charset="0"/>
                <a:cs typeface="Times New Roman" panose="02020603050405020304" pitchFamily="18" charset="0"/>
              </a:rPr>
              <a:t>deepfake</a:t>
            </a:r>
            <a:r>
              <a:rPr lang="en-US" sz="2000" dirty="0">
                <a:latin typeface="Times New Roman" panose="02020603050405020304" pitchFamily="18" charset="0"/>
                <a:cs typeface="Times New Roman" panose="02020603050405020304" pitchFamily="18" charset="0"/>
              </a:rPr>
              <a:t> generation, and object tampering, even under compression, noise, or other distortions. The model is trained on a large and diverse dataset of authentic and forged videos to enhance robustness and generalization. Additionally, the system is designed to provide real-time detection capabilities, making it suitable for applications in media verification, surveillance, and forensic analysis. </a:t>
            </a:r>
          </a:p>
        </p:txBody>
      </p:sp>
    </p:spTree>
    <p:extLst>
      <p:ext uri="{BB962C8B-B14F-4D97-AF65-F5344CB8AC3E}">
        <p14:creationId xmlns:p14="http://schemas.microsoft.com/office/powerpoint/2010/main" val="794087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F9EEE-7FE7-4621-A850-8181A48B086E}"/>
              </a:ext>
            </a:extLst>
          </p:cNvPr>
          <p:cNvSpPr>
            <a:spLocks noGrp="1"/>
          </p:cNvSpPr>
          <p:nvPr>
            <p:ph type="title"/>
          </p:nvPr>
        </p:nvSpPr>
        <p:spPr>
          <a:xfrm>
            <a:off x="838200" y="365126"/>
            <a:ext cx="10515600" cy="906114"/>
          </a:xfrm>
        </p:spPr>
        <p:txBody>
          <a:bodyPr>
            <a:normAutofit/>
          </a:bodyPr>
          <a:lstStyle/>
          <a:p>
            <a:r>
              <a:rPr lang="en-US" sz="3200" b="1" dirty="0">
                <a:latin typeface="Times New Roman" panose="02020603050405020304" pitchFamily="18" charset="0"/>
                <a:cs typeface="Times New Roman" panose="02020603050405020304" pitchFamily="18" charset="0"/>
              </a:rPr>
              <a:t>ADVANTAGES</a:t>
            </a:r>
          </a:p>
        </p:txBody>
      </p:sp>
      <p:sp>
        <p:nvSpPr>
          <p:cNvPr id="4" name="Rectangle 1">
            <a:extLst>
              <a:ext uri="{FF2B5EF4-FFF2-40B4-BE49-F238E27FC236}">
                <a16:creationId xmlns:a16="http://schemas.microsoft.com/office/drawing/2014/main" id="{3F4B80E8-8294-4A17-9139-78EA17DF4FAA}"/>
              </a:ext>
            </a:extLst>
          </p:cNvPr>
          <p:cNvSpPr>
            <a:spLocks noGrp="1" noChangeArrowheads="1"/>
          </p:cNvSpPr>
          <p:nvPr>
            <p:ph idx="1"/>
          </p:nvPr>
        </p:nvSpPr>
        <p:spPr bwMode="auto">
          <a:xfrm>
            <a:off x="1194259" y="1750523"/>
            <a:ext cx="10515601"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learns spatial and temporal features without manual feature extraction.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higher accuracy in detecting complex manipulations such as splicing,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deepfakes</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frame duplication.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Robust performance even under compression, noise, or distortions.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Capable of real-time detection, making it suitable for practical applications.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to large video datasets with minimal human intervention.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false positives and false negatives compared to traditional methods.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 adaptable to new and evolving forgery techniques with retraining.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trust and reliability in digital media, surveillance, and forensic applications.</a:t>
            </a:r>
          </a:p>
        </p:txBody>
      </p:sp>
    </p:spTree>
    <p:extLst>
      <p:ext uri="{BB962C8B-B14F-4D97-AF65-F5344CB8AC3E}">
        <p14:creationId xmlns:p14="http://schemas.microsoft.com/office/powerpoint/2010/main" val="540324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C4BB-CDB5-434A-B5B3-CBB603646F96}"/>
              </a:ext>
            </a:extLst>
          </p:cNvPr>
          <p:cNvSpPr>
            <a:spLocks noGrp="1"/>
          </p:cNvSpPr>
          <p:nvPr>
            <p:ph type="title"/>
          </p:nvPr>
        </p:nvSpPr>
        <p:spPr>
          <a:xfrm>
            <a:off x="838200" y="365126"/>
            <a:ext cx="10515600" cy="883812"/>
          </a:xfrm>
        </p:spPr>
        <p:txBody>
          <a:bodyPr>
            <a:normAutofit/>
          </a:bodyPr>
          <a:lstStyle/>
          <a:p>
            <a:r>
              <a:rPr lang="en-US" sz="3200" b="1" dirty="0">
                <a:latin typeface="Times New Roman" panose="02020603050405020304" pitchFamily="18" charset="0"/>
                <a:cs typeface="Times New Roman" panose="02020603050405020304" pitchFamily="18" charset="0"/>
              </a:rPr>
              <a:t>SYSTEM REQURIMENTS</a:t>
            </a:r>
          </a:p>
        </p:txBody>
      </p:sp>
      <p:sp>
        <p:nvSpPr>
          <p:cNvPr id="3" name="Content Placeholder 2">
            <a:extLst>
              <a:ext uri="{FF2B5EF4-FFF2-40B4-BE49-F238E27FC236}">
                <a16:creationId xmlns:a16="http://schemas.microsoft.com/office/drawing/2014/main" id="{2B143AE8-5CAE-4FA9-883A-5BCB60C750F5}"/>
              </a:ext>
            </a:extLst>
          </p:cNvPr>
          <p:cNvSpPr>
            <a:spLocks noGrp="1"/>
          </p:cNvSpPr>
          <p:nvPr>
            <p:ph idx="1"/>
          </p:nvPr>
        </p:nvSpPr>
        <p:spPr>
          <a:xfrm>
            <a:off x="838200" y="1538868"/>
            <a:ext cx="10515600" cy="4638095"/>
          </a:xfrm>
        </p:spPr>
        <p:txBody>
          <a:bodyPr/>
          <a:lstStyle/>
          <a:p>
            <a:endParaRPr lang="en-US" dirty="0"/>
          </a:p>
          <a:p>
            <a:endParaRPr lang="en-US" dirty="0"/>
          </a:p>
        </p:txBody>
      </p:sp>
      <p:sp>
        <p:nvSpPr>
          <p:cNvPr id="5" name="Rectangle 2">
            <a:extLst>
              <a:ext uri="{FF2B5EF4-FFF2-40B4-BE49-F238E27FC236}">
                <a16:creationId xmlns:a16="http://schemas.microsoft.com/office/drawing/2014/main" id="{424B7084-39CD-4D92-B04E-B47C013EF7F0}"/>
              </a:ext>
            </a:extLst>
          </p:cNvPr>
          <p:cNvSpPr>
            <a:spLocks noChangeArrowheads="1"/>
          </p:cNvSpPr>
          <p:nvPr/>
        </p:nvSpPr>
        <p:spPr bwMode="auto">
          <a:xfrm>
            <a:off x="245327" y="1333010"/>
            <a:ext cx="11108474"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2"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REQURIMENTS</a:t>
            </a:r>
          </a:p>
          <a:p>
            <a:pPr lvl="2"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i5/i7 or AMD equivalent with multi-core support (minimum 2.5 GHz).</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GPU:</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NVIDIA GPU with CUDA support (e.g., GTX 1050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higher; recommended RTX 2060/3060 for faster DNN training).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Minimum 8 GB (recommended 16 GB or higher for large datasets).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Minimum 500 GB HDD or 256 GB SSD (recommended 1 TB SSD for handling video datasets).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Full HD (1920 × 1080) resolution for visualization of video frames and results.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Stable power backup for uninterrupted training and testing.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Peripherals: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Keyboard, mouse, and optional external storage device for dataset backup.</a:t>
            </a:r>
          </a:p>
        </p:txBody>
      </p:sp>
    </p:spTree>
    <p:extLst>
      <p:ext uri="{BB962C8B-B14F-4D97-AF65-F5344CB8AC3E}">
        <p14:creationId xmlns:p14="http://schemas.microsoft.com/office/powerpoint/2010/main" val="3607423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1AB0D-6352-4FBB-9EC0-54AD01698C32}"/>
              </a:ext>
            </a:extLst>
          </p:cNvPr>
          <p:cNvSpPr>
            <a:spLocks noGrp="1"/>
          </p:cNvSpPr>
          <p:nvPr>
            <p:ph type="title"/>
          </p:nvPr>
        </p:nvSpPr>
        <p:spPr>
          <a:xfrm>
            <a:off x="838200" y="365126"/>
            <a:ext cx="10515600" cy="315912"/>
          </a:xfrm>
        </p:spPr>
        <p:txBody>
          <a:bodyPr>
            <a:normAutofit fontScale="90000"/>
          </a:bodyPr>
          <a:lstStyle/>
          <a:p>
            <a:r>
              <a:rPr lang="en-US" sz="2000" b="1" dirty="0">
                <a:latin typeface="Times New Roman" panose="02020603050405020304" pitchFamily="18" charset="0"/>
                <a:cs typeface="Times New Roman" panose="02020603050405020304" pitchFamily="18" charset="0"/>
              </a:rPr>
              <a:t>SOFTWARE REQURIMENTS</a:t>
            </a:r>
          </a:p>
        </p:txBody>
      </p:sp>
      <p:sp>
        <p:nvSpPr>
          <p:cNvPr id="4" name="Rectangle 1">
            <a:extLst>
              <a:ext uri="{FF2B5EF4-FFF2-40B4-BE49-F238E27FC236}">
                <a16:creationId xmlns:a16="http://schemas.microsoft.com/office/drawing/2014/main" id="{A5632445-C88B-4F35-BC26-8542FE70FC2B}"/>
              </a:ext>
            </a:extLst>
          </p:cNvPr>
          <p:cNvSpPr>
            <a:spLocks noGrp="1" noChangeArrowheads="1"/>
          </p:cNvSpPr>
          <p:nvPr>
            <p:ph idx="1"/>
          </p:nvPr>
        </p:nvSpPr>
        <p:spPr bwMode="auto">
          <a:xfrm>
            <a:off x="838200" y="1126345"/>
            <a:ext cx="10127452"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10/11 (64-bit) or Linux (Ubuntu 20.04/22.04 recommended).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3.7 or higher.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Frameworks: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TensorFlow /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DNN model development.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Supporting Libraries: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NumPy, OpenCV, Scikit-learn, Matplotlib, Pandas, Seaborn.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GPU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CUDA Toolkit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cuDNN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using NVIDIA GPU for accelerated training).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MySQL / MongoDB (for storing metadata, logs, or results).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IDE/Editor: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PyCharm, or VS Code for development and testing.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Version Control: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Git/GitHub for project collaboration and version management.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Additional Tools: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Anaconda (for package management)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FFmpeg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video preprocessing).</a:t>
            </a:r>
          </a:p>
        </p:txBody>
      </p:sp>
    </p:spTree>
    <p:extLst>
      <p:ext uri="{BB962C8B-B14F-4D97-AF65-F5344CB8AC3E}">
        <p14:creationId xmlns:p14="http://schemas.microsoft.com/office/powerpoint/2010/main" val="164950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AB2E-D5AD-4AF2-9022-98CD2A428411}"/>
              </a:ext>
            </a:extLst>
          </p:cNvPr>
          <p:cNvSpPr>
            <a:spLocks noGrp="1"/>
          </p:cNvSpPr>
          <p:nvPr>
            <p:ph type="title"/>
          </p:nvPr>
        </p:nvSpPr>
        <p:spPr>
          <a:xfrm>
            <a:off x="838200" y="365125"/>
            <a:ext cx="10515600" cy="727695"/>
          </a:xfrm>
        </p:spPr>
        <p:txBody>
          <a:bodyPr>
            <a:normAutofit/>
          </a:bodyPr>
          <a:lstStyle/>
          <a:p>
            <a:r>
              <a:rPr lang="en-US" sz="3200" b="1" dirty="0">
                <a:latin typeface="Times New Roman" panose="02020603050405020304" pitchFamily="18" charset="0"/>
                <a:cs typeface="Times New Roman" panose="02020603050405020304" pitchFamily="18" charset="0"/>
              </a:rPr>
              <a:t>SYSTEM ANALYSIS</a:t>
            </a:r>
          </a:p>
        </p:txBody>
      </p:sp>
      <p:sp>
        <p:nvSpPr>
          <p:cNvPr id="3" name="Content Placeholder 2">
            <a:extLst>
              <a:ext uri="{FF2B5EF4-FFF2-40B4-BE49-F238E27FC236}">
                <a16:creationId xmlns:a16="http://schemas.microsoft.com/office/drawing/2014/main" id="{2033DFE3-3C5D-401C-8E20-5DB4B8C10ED5}"/>
              </a:ext>
            </a:extLst>
          </p:cNvPr>
          <p:cNvSpPr>
            <a:spLocks noGrp="1"/>
          </p:cNvSpPr>
          <p:nvPr>
            <p:ph idx="1"/>
          </p:nvPr>
        </p:nvSpPr>
        <p:spPr>
          <a:xfrm>
            <a:off x="838200" y="1092820"/>
            <a:ext cx="10515600" cy="5084143"/>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System analysis is the process of examining the existing and proposed systems to understand their functionalities, limitations, and requirements in order to design an efficient solution. In the context of video forgery detection, the analysis involves studying current forensic methods, identifying their drawbacks, and proposing how Deep Neural Networks (DNN) can address these limitations.</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existing system</a:t>
            </a:r>
            <a:r>
              <a:rPr lang="en-US" sz="2000" dirty="0">
                <a:latin typeface="Times New Roman" panose="02020603050405020304" pitchFamily="18" charset="0"/>
                <a:cs typeface="Times New Roman" panose="02020603050405020304" pitchFamily="18" charset="0"/>
              </a:rPr>
              <a:t> relies heavily on traditional digital forensic methods such as metadata analysis, pixel-level inspection, and handcrafted feature extraction. While these techniques can detect simple manipulations, they are inefficient in identifying advanced forgeries like </a:t>
            </a:r>
            <a:r>
              <a:rPr lang="en-US" sz="2000" dirty="0" err="1">
                <a:latin typeface="Times New Roman" panose="02020603050405020304" pitchFamily="18" charset="0"/>
                <a:cs typeface="Times New Roman" panose="02020603050405020304" pitchFamily="18" charset="0"/>
              </a:rPr>
              <a:t>deepfakes</a:t>
            </a:r>
            <a:r>
              <a:rPr lang="en-US" sz="2000" dirty="0">
                <a:latin typeface="Times New Roman" panose="02020603050405020304" pitchFamily="18" charset="0"/>
                <a:cs typeface="Times New Roman" panose="02020603050405020304" pitchFamily="18" charset="0"/>
              </a:rPr>
              <a:t> and subtle frame-level modifications. Moreover, they require significant manual effort, lack scalability, and perform poorly when dealing with compressed or noisy video data</a:t>
            </a:r>
            <a:r>
              <a:rPr lang="en-US" dirty="0"/>
              <a:t>.</a:t>
            </a:r>
          </a:p>
          <a:p>
            <a:endParaRPr lang="en-US" dirty="0"/>
          </a:p>
        </p:txBody>
      </p:sp>
    </p:spTree>
    <p:extLst>
      <p:ext uri="{BB962C8B-B14F-4D97-AF65-F5344CB8AC3E}">
        <p14:creationId xmlns:p14="http://schemas.microsoft.com/office/powerpoint/2010/main" val="2305210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10DCA-D791-4499-97B7-B5FAFF3DDEDB}"/>
              </a:ext>
            </a:extLst>
          </p:cNvPr>
          <p:cNvSpPr>
            <a:spLocks noGrp="1"/>
          </p:cNvSpPr>
          <p:nvPr>
            <p:ph type="title"/>
          </p:nvPr>
        </p:nvSpPr>
        <p:spPr>
          <a:xfrm>
            <a:off x="838200" y="365125"/>
            <a:ext cx="10515600" cy="772299"/>
          </a:xfrm>
        </p:spPr>
        <p:txBody>
          <a:bodyPr>
            <a:normAutofit/>
          </a:bodyPr>
          <a:lstStyle/>
          <a:p>
            <a:r>
              <a:rPr lang="en-US" sz="3200" b="1" dirty="0">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455E2D6A-861C-4D16-9C84-B0CAD2702B5C}"/>
              </a:ext>
            </a:extLst>
          </p:cNvPr>
          <p:cNvSpPr>
            <a:spLocks noGrp="1"/>
          </p:cNvSpPr>
          <p:nvPr>
            <p:ph idx="1"/>
          </p:nvPr>
        </p:nvSpPr>
        <p:spPr>
          <a:xfrm>
            <a:off x="838200" y="1137424"/>
            <a:ext cx="10515600" cy="5039539"/>
          </a:xfrm>
        </p:spPr>
        <p:txBody>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system design defines the overall architecture, data flow, and functional components of the proposed video forgery detection system. It serves as a blueprint for implementing the solution efficiently using deep learning techniques. The design is structured to handle video input, preprocess it, extract meaningful features, train the model, and detect forged segments in real-time.</a:t>
            </a:r>
          </a:p>
          <a:p>
            <a:pPr algn="just">
              <a:lnSpc>
                <a:spcPct val="150000"/>
              </a:lnSpc>
            </a:pPr>
            <a:r>
              <a:rPr lang="en-US" sz="2000" dirty="0">
                <a:latin typeface="Times New Roman" panose="02020603050405020304" pitchFamily="18" charset="0"/>
                <a:cs typeface="Times New Roman" panose="02020603050405020304" pitchFamily="18" charset="0"/>
              </a:rPr>
              <a:t>The system consists of the following key modules:</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Input Module:</a:t>
            </a:r>
            <a:r>
              <a:rPr lang="en-US" sz="2000" dirty="0">
                <a:latin typeface="Times New Roman" panose="02020603050405020304" pitchFamily="18" charset="0"/>
                <a:cs typeface="Times New Roman" panose="02020603050405020304" pitchFamily="18" charset="0"/>
              </a:rPr>
              <a:t> Accepts raw video files in various formats (MP4, AVI, MOV, etc.) for analysis.</a:t>
            </a:r>
          </a:p>
          <a:p>
            <a:pPr algn="just">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Preprocessing Module:</a:t>
            </a:r>
            <a:r>
              <a:rPr lang="en-US" sz="2000" dirty="0">
                <a:latin typeface="Times New Roman" panose="02020603050405020304" pitchFamily="18" charset="0"/>
                <a:cs typeface="Times New Roman" panose="02020603050405020304" pitchFamily="18" charset="0"/>
              </a:rPr>
              <a:t> Performs frame extraction, resizing, normalization, and noise reduction to prepare the video data.</a:t>
            </a:r>
          </a:p>
          <a:p>
            <a:endParaRPr lang="en-US" dirty="0"/>
          </a:p>
        </p:txBody>
      </p:sp>
    </p:spTree>
    <p:extLst>
      <p:ext uri="{BB962C8B-B14F-4D97-AF65-F5344CB8AC3E}">
        <p14:creationId xmlns:p14="http://schemas.microsoft.com/office/powerpoint/2010/main" val="3923076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F55A6-3DD5-4B4E-9C08-F81AE3AC230A}"/>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4" name="Rectangle 1">
            <a:extLst>
              <a:ext uri="{FF2B5EF4-FFF2-40B4-BE49-F238E27FC236}">
                <a16:creationId xmlns:a16="http://schemas.microsoft.com/office/drawing/2014/main" id="{F15B79F5-9424-4CE9-8538-95978086C422}"/>
              </a:ext>
            </a:extLst>
          </p:cNvPr>
          <p:cNvSpPr>
            <a:spLocks noGrp="1" noChangeArrowheads="1"/>
          </p:cNvSpPr>
          <p:nvPr>
            <p:ph idx="1"/>
          </p:nvPr>
        </p:nvSpPr>
        <p:spPr bwMode="auto">
          <a:xfrm>
            <a:off x="838200" y="746082"/>
            <a:ext cx="10915185"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Utilizes Convolutional Neural Networks (CNNs) to capture spatial features from individual frames and Recurrent Neural Networks (RNNs) or 3D CNNs to learn temporal dependencies across frames.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Deep Neural Network model classifies video segments as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forged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the extracted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Database/Storage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datasets, extracted features, trained models, and detection results for further use.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&amp; Visualization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detection outcomes, such as highlighted tampered frames, forgery probability scores, and authenticity reports.</a:t>
            </a:r>
          </a:p>
          <a:p>
            <a:pPr marL="0" marR="0" lvl="0" indent="0" algn="just" defTabSz="914400" rtl="0" eaLnBrk="0" fontAlgn="base" latinLnBrk="0" hangingPunct="0">
              <a:lnSpc>
                <a:spcPct val="150000"/>
              </a:lnSpc>
              <a:spcBef>
                <a:spcPct val="0"/>
              </a:spcBef>
              <a:spcAft>
                <a:spcPct val="0"/>
              </a:spcAft>
              <a:buClrTx/>
              <a:buSzTx/>
              <a:buFontTx/>
              <a:buChar char="•"/>
              <a:tabLst/>
            </a:pPr>
            <a:r>
              <a:rPr lang="en-US" sz="2000" dirty="0">
                <a:latin typeface="Times New Roman" panose="02020603050405020304" pitchFamily="18" charset="0"/>
                <a:cs typeface="Times New Roman" panose="02020603050405020304" pitchFamily="18" charset="0"/>
              </a:rPr>
              <a:t>The system follows a </a:t>
            </a:r>
            <a:r>
              <a:rPr lang="en-US" sz="2000" b="1" dirty="0">
                <a:latin typeface="Times New Roman" panose="02020603050405020304" pitchFamily="18" charset="0"/>
                <a:cs typeface="Times New Roman" panose="02020603050405020304" pitchFamily="18" charset="0"/>
              </a:rPr>
              <a:t>modular and layered architecture</a:t>
            </a:r>
            <a:r>
              <a:rPr lang="en-US" sz="2000" dirty="0">
                <a:latin typeface="Times New Roman" panose="02020603050405020304" pitchFamily="18" charset="0"/>
                <a:cs typeface="Times New Roman" panose="02020603050405020304" pitchFamily="18" charset="0"/>
              </a:rPr>
              <a:t> where each module communicates efficiently with the next. This ensures scalability, easy debugging, and support for future enhancements such as detecting new types of video manipulations</a:t>
            </a:r>
            <a:r>
              <a:rPr lang="en-US" sz="1400" dirty="0"/>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1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42CCB-6859-4D17-9C32-06694957067C}"/>
              </a:ext>
            </a:extLst>
          </p:cNvPr>
          <p:cNvSpPr>
            <a:spLocks noGrp="1"/>
          </p:cNvSpPr>
          <p:nvPr>
            <p:ph type="title"/>
          </p:nvPr>
        </p:nvSpPr>
        <p:spPr>
          <a:xfrm>
            <a:off x="838200" y="365126"/>
            <a:ext cx="10515600" cy="995324"/>
          </a:xfrm>
        </p:spPr>
        <p:txBody>
          <a:bodyPr>
            <a:normAutofit/>
          </a:bodyPr>
          <a:lstStyle/>
          <a:p>
            <a:r>
              <a:rPr lang="en-US" sz="3200" b="1" dirty="0">
                <a:latin typeface="Times New Roman" panose="02020603050405020304" pitchFamily="18" charset="0"/>
                <a:cs typeface="Times New Roman" panose="02020603050405020304" pitchFamily="18" charset="0"/>
              </a:rPr>
              <a:t>SYSTEM ARCHITECTURE</a:t>
            </a:r>
          </a:p>
        </p:txBody>
      </p:sp>
      <p:pic>
        <p:nvPicPr>
          <p:cNvPr id="9" name="Content Placeholder 8">
            <a:extLst>
              <a:ext uri="{FF2B5EF4-FFF2-40B4-BE49-F238E27FC236}">
                <a16:creationId xmlns:a16="http://schemas.microsoft.com/office/drawing/2014/main" id="{78A39401-1A8C-4AD1-B22E-92A901DFB7FC}"/>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199" y="1650379"/>
            <a:ext cx="10179205" cy="4616605"/>
          </a:xfrm>
          <a:prstGeom prst="rect">
            <a:avLst/>
          </a:prstGeom>
        </p:spPr>
      </p:pic>
    </p:spTree>
    <p:extLst>
      <p:ext uri="{BB962C8B-B14F-4D97-AF65-F5344CB8AC3E}">
        <p14:creationId xmlns:p14="http://schemas.microsoft.com/office/powerpoint/2010/main" val="60230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B32DA-39F5-4EAC-9A4F-292848914226}"/>
              </a:ext>
            </a:extLst>
          </p:cNvPr>
          <p:cNvSpPr>
            <a:spLocks noGrp="1"/>
          </p:cNvSpPr>
          <p:nvPr>
            <p:ph type="title"/>
          </p:nvPr>
        </p:nvSpPr>
        <p:spPr>
          <a:xfrm>
            <a:off x="838200" y="365126"/>
            <a:ext cx="10515600" cy="906114"/>
          </a:xfrm>
        </p:spPr>
        <p:txBody>
          <a:bodyPr>
            <a:normAutofit/>
          </a:bodyPr>
          <a:lstStyle/>
          <a:p>
            <a:r>
              <a:rPr lang="en-US" sz="3200" b="1" dirty="0">
                <a:latin typeface="Times New Roman" panose="02020603050405020304" pitchFamily="18" charset="0"/>
                <a:cs typeface="Times New Roman" panose="02020603050405020304" pitchFamily="18" charset="0"/>
              </a:rPr>
              <a:t>UML DIGRAMS</a:t>
            </a:r>
          </a:p>
        </p:txBody>
      </p:sp>
      <p:sp>
        <p:nvSpPr>
          <p:cNvPr id="3" name="Content Placeholder 2">
            <a:extLst>
              <a:ext uri="{FF2B5EF4-FFF2-40B4-BE49-F238E27FC236}">
                <a16:creationId xmlns:a16="http://schemas.microsoft.com/office/drawing/2014/main" id="{B2E4B675-F0AC-47D4-899E-886F48EEE826}"/>
              </a:ext>
            </a:extLst>
          </p:cNvPr>
          <p:cNvSpPr>
            <a:spLocks noGrp="1"/>
          </p:cNvSpPr>
          <p:nvPr>
            <p:ph idx="1"/>
          </p:nvPr>
        </p:nvSpPr>
        <p:spPr>
          <a:xfrm>
            <a:off x="838200" y="1583473"/>
            <a:ext cx="10515600" cy="4593490"/>
          </a:xfrm>
        </p:spPr>
        <p:txBody>
          <a:bodyPr/>
          <a:lstStyle/>
          <a:p>
            <a:r>
              <a:rPr lang="en-US" dirty="0"/>
              <a:t>CLASS DIGRAM</a:t>
            </a:r>
          </a:p>
          <a:p>
            <a:endParaRPr lang="en-US" dirty="0"/>
          </a:p>
        </p:txBody>
      </p:sp>
      <p:pic>
        <p:nvPicPr>
          <p:cNvPr id="4" name="Picture 3">
            <a:extLst>
              <a:ext uri="{FF2B5EF4-FFF2-40B4-BE49-F238E27FC236}">
                <a16:creationId xmlns:a16="http://schemas.microsoft.com/office/drawing/2014/main" id="{61FCAA37-AA16-4154-A7FF-867B531E931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832410" y="2390774"/>
            <a:ext cx="6735336" cy="3318649"/>
          </a:xfrm>
          <a:prstGeom prst="rect">
            <a:avLst/>
          </a:prstGeom>
          <a:noFill/>
          <a:ln>
            <a:noFill/>
          </a:ln>
        </p:spPr>
      </p:pic>
    </p:spTree>
    <p:extLst>
      <p:ext uri="{BB962C8B-B14F-4D97-AF65-F5344CB8AC3E}">
        <p14:creationId xmlns:p14="http://schemas.microsoft.com/office/powerpoint/2010/main" val="2521812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5F0E-A28D-45E9-8113-45ED56568014}"/>
              </a:ext>
            </a:extLst>
          </p:cNvPr>
          <p:cNvSpPr>
            <a:spLocks noGrp="1"/>
          </p:cNvSpPr>
          <p:nvPr>
            <p:ph type="title"/>
          </p:nvPr>
        </p:nvSpPr>
        <p:spPr>
          <a:xfrm>
            <a:off x="838200" y="365125"/>
            <a:ext cx="10515600" cy="549275"/>
          </a:xfrm>
        </p:spPr>
        <p:txBody>
          <a:bodyPr>
            <a:normAutofit/>
          </a:bodyPr>
          <a:lstStyle/>
          <a:p>
            <a:r>
              <a:rPr lang="en-US" sz="2000" b="1" dirty="0">
                <a:latin typeface="Times New Roman" panose="02020603050405020304" pitchFamily="18" charset="0"/>
                <a:cs typeface="Times New Roman" panose="02020603050405020304" pitchFamily="18" charset="0"/>
              </a:rPr>
              <a:t>USECASE DIGRAM</a:t>
            </a:r>
          </a:p>
        </p:txBody>
      </p:sp>
      <p:pic>
        <p:nvPicPr>
          <p:cNvPr id="4" name="Content Placeholder 3">
            <a:extLst>
              <a:ext uri="{FF2B5EF4-FFF2-40B4-BE49-F238E27FC236}">
                <a16:creationId xmlns:a16="http://schemas.microsoft.com/office/drawing/2014/main" id="{B582034F-74AC-46C3-860F-1393C7D9ADF8}"/>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55434" y="1070517"/>
            <a:ext cx="6088565" cy="5422358"/>
          </a:xfrm>
          <a:prstGeom prst="rect">
            <a:avLst/>
          </a:prstGeom>
          <a:noFill/>
          <a:ln>
            <a:noFill/>
          </a:ln>
        </p:spPr>
      </p:pic>
    </p:spTree>
    <p:extLst>
      <p:ext uri="{BB962C8B-B14F-4D97-AF65-F5344CB8AC3E}">
        <p14:creationId xmlns:p14="http://schemas.microsoft.com/office/powerpoint/2010/main" val="1792844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5F6E4-A9CD-4694-BFC3-241FD85EC0E8}"/>
              </a:ext>
            </a:extLst>
          </p:cNvPr>
          <p:cNvSpPr>
            <a:spLocks noGrp="1"/>
          </p:cNvSpPr>
          <p:nvPr>
            <p:ph type="title"/>
          </p:nvPr>
        </p:nvSpPr>
        <p:spPr>
          <a:xfrm>
            <a:off x="838200" y="365126"/>
            <a:ext cx="10515600" cy="482368"/>
          </a:xfrm>
        </p:spPr>
        <p:txBody>
          <a:bodyPr>
            <a:normAutofit/>
          </a:bodyPr>
          <a:lstStyle/>
          <a:p>
            <a:r>
              <a:rPr lang="en-US" sz="2000" b="1" dirty="0">
                <a:latin typeface="Times New Roman" panose="02020603050405020304" pitchFamily="18" charset="0"/>
                <a:cs typeface="Times New Roman" panose="02020603050405020304" pitchFamily="18" charset="0"/>
              </a:rPr>
              <a:t>SEQUENCE DIGRAM</a:t>
            </a:r>
          </a:p>
        </p:txBody>
      </p:sp>
      <p:pic>
        <p:nvPicPr>
          <p:cNvPr id="4" name="Content Placeholder 3">
            <a:extLst>
              <a:ext uri="{FF2B5EF4-FFF2-40B4-BE49-F238E27FC236}">
                <a16:creationId xmlns:a16="http://schemas.microsoft.com/office/drawing/2014/main" id="{FE0790D6-5345-4275-AFD7-723EE85336B4}"/>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00039" y="1271239"/>
            <a:ext cx="5664820" cy="5586761"/>
          </a:xfrm>
          <a:prstGeom prst="rect">
            <a:avLst/>
          </a:prstGeom>
          <a:noFill/>
          <a:ln>
            <a:noFill/>
          </a:ln>
        </p:spPr>
      </p:pic>
    </p:spTree>
    <p:extLst>
      <p:ext uri="{BB962C8B-B14F-4D97-AF65-F5344CB8AC3E}">
        <p14:creationId xmlns:p14="http://schemas.microsoft.com/office/powerpoint/2010/main" val="222802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C946-B53D-46D0-84B5-738C550E677D}"/>
              </a:ext>
            </a:extLst>
          </p:cNvPr>
          <p:cNvSpPr>
            <a:spLocks noGrp="1"/>
          </p:cNvSpPr>
          <p:nvPr>
            <p:ph type="title"/>
          </p:nvPr>
        </p:nvSpPr>
        <p:spPr>
          <a:xfrm>
            <a:off x="838200" y="365125"/>
            <a:ext cx="10515600" cy="549275"/>
          </a:xfrm>
        </p:spPr>
        <p:txBody>
          <a:bodyPr>
            <a:normAutofit/>
          </a:bodyPr>
          <a:lstStyle/>
          <a:p>
            <a:r>
              <a:rPr lang="en-US" sz="2000" b="1" dirty="0">
                <a:latin typeface="Times New Roman" panose="02020603050405020304" pitchFamily="18" charset="0"/>
                <a:cs typeface="Times New Roman" panose="02020603050405020304" pitchFamily="18" charset="0"/>
              </a:rPr>
              <a:t>COLLABRATION DIGRAM</a:t>
            </a:r>
          </a:p>
        </p:txBody>
      </p:sp>
      <p:pic>
        <p:nvPicPr>
          <p:cNvPr id="4" name="Content Placeholder 3">
            <a:extLst>
              <a:ext uri="{FF2B5EF4-FFF2-40B4-BE49-F238E27FC236}">
                <a16:creationId xmlns:a16="http://schemas.microsoft.com/office/drawing/2014/main" id="{B0BDB308-DC4D-4FDD-9661-3C66D543B197}"/>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824" y="1271239"/>
            <a:ext cx="7159083" cy="4795024"/>
          </a:xfrm>
          <a:prstGeom prst="rect">
            <a:avLst/>
          </a:prstGeom>
          <a:noFill/>
          <a:ln>
            <a:noFill/>
          </a:ln>
        </p:spPr>
      </p:pic>
    </p:spTree>
    <p:extLst>
      <p:ext uri="{BB962C8B-B14F-4D97-AF65-F5344CB8AC3E}">
        <p14:creationId xmlns:p14="http://schemas.microsoft.com/office/powerpoint/2010/main" val="3465556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E0D9-C1C9-4817-BBCE-8FE2F4EC3A05}"/>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APPLICTIONS</a:t>
            </a:r>
          </a:p>
        </p:txBody>
      </p:sp>
      <p:sp>
        <p:nvSpPr>
          <p:cNvPr id="4" name="Rectangle 1">
            <a:extLst>
              <a:ext uri="{FF2B5EF4-FFF2-40B4-BE49-F238E27FC236}">
                <a16:creationId xmlns:a16="http://schemas.microsoft.com/office/drawing/2014/main" id="{2C017368-5771-4928-8185-37F3798DD14E}"/>
              </a:ext>
            </a:extLst>
          </p:cNvPr>
          <p:cNvSpPr>
            <a:spLocks noGrp="1" noChangeArrowheads="1"/>
          </p:cNvSpPr>
          <p:nvPr>
            <p:ph idx="1"/>
          </p:nvPr>
        </p:nvSpPr>
        <p:spPr bwMode="auto">
          <a:xfrm>
            <a:off x="838200" y="1244408"/>
            <a:ext cx="11049000"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Media &amp; Journalism: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authenticity of news videos and prevents the spread of fake or manipulated content.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Law &amp; Forensics: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reliable evidence verification in court cases by detecting tampered video footage.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Surveillance &amp; Security: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forged or altered surveillance videos in crime investigations and security monitoring.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Platforms: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identify and block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deepfake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manipulated videos to reduce misinformation.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Military &amp; Defense: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Verifies the authenticity of drone footage and defense surveillance systems.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Entertainment Industry: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Prevents copyright violations and unauthorized alterations in movies, advertisements, and digital content.</a:t>
            </a:r>
          </a:p>
        </p:txBody>
      </p:sp>
    </p:spTree>
    <p:extLst>
      <p:ext uri="{BB962C8B-B14F-4D97-AF65-F5344CB8AC3E}">
        <p14:creationId xmlns:p14="http://schemas.microsoft.com/office/powerpoint/2010/main" val="1086236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F40EF-2DC5-42B1-A8EF-B0C24884C16F}"/>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4" name="Rectangle 1">
            <a:extLst>
              <a:ext uri="{FF2B5EF4-FFF2-40B4-BE49-F238E27FC236}">
                <a16:creationId xmlns:a16="http://schemas.microsoft.com/office/drawing/2014/main" id="{BC657A68-4E79-4B73-A84C-08C7AB6BADE9}"/>
              </a:ext>
            </a:extLst>
          </p:cNvPr>
          <p:cNvSpPr>
            <a:spLocks noGrp="1" noChangeArrowheads="1"/>
          </p:cNvSpPr>
          <p:nvPr>
            <p:ph idx="1"/>
          </p:nvPr>
        </p:nvSpPr>
        <p:spPr bwMode="auto">
          <a:xfrm>
            <a:off x="838200" y="2025507"/>
            <a:ext cx="11004395"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Military &amp; Defense: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Verifies the authenticity of drone footage and defense surveillance systems.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Entertainment Industry: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Prevents copyright violations and unauthorized alterations in movies, advertisements, and digital content.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Corporate &amp; Business: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integrity of video conferencing and recorded business communications.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&amp; Research: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Validates authenticity of medical videos, training data, and research experiments.</a:t>
            </a:r>
          </a:p>
        </p:txBody>
      </p:sp>
    </p:spTree>
    <p:extLst>
      <p:ext uri="{BB962C8B-B14F-4D97-AF65-F5344CB8AC3E}">
        <p14:creationId xmlns:p14="http://schemas.microsoft.com/office/powerpoint/2010/main" val="391742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1E10-F337-4153-9FDC-5276B43E9196}"/>
              </a:ext>
            </a:extLst>
          </p:cNvPr>
          <p:cNvSpPr>
            <a:spLocks noGrp="1"/>
          </p:cNvSpPr>
          <p:nvPr>
            <p:ph type="title"/>
          </p:nvPr>
        </p:nvSpPr>
        <p:spPr>
          <a:xfrm>
            <a:off x="838200" y="365125"/>
            <a:ext cx="10515600" cy="839207"/>
          </a:xfrm>
        </p:spPr>
        <p:txBody>
          <a:bodyPr>
            <a:normAutofit/>
          </a:bodyPr>
          <a:lstStyle/>
          <a:p>
            <a:r>
              <a:rPr lang="en-US" sz="32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94D0EF6-AF92-4665-992A-2D6C35120E77}"/>
              </a:ext>
            </a:extLst>
          </p:cNvPr>
          <p:cNvSpPr>
            <a:spLocks noGrp="1"/>
          </p:cNvSpPr>
          <p:nvPr>
            <p:ph idx="1"/>
          </p:nvPr>
        </p:nvSpPr>
        <p:spPr>
          <a:xfrm>
            <a:off x="838200" y="1204332"/>
            <a:ext cx="10515600" cy="4972631"/>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Video forgery has become a serious concern with the rise of advanced editing tools and </a:t>
            </a:r>
            <a:r>
              <a:rPr lang="en-US" sz="2000" dirty="0" err="1">
                <a:latin typeface="Times New Roman" panose="02020603050405020304" pitchFamily="18" charset="0"/>
                <a:cs typeface="Times New Roman" panose="02020603050405020304" pitchFamily="18" charset="0"/>
              </a:rPr>
              <a:t>deepfake</a:t>
            </a:r>
            <a:r>
              <a:rPr lang="en-US" sz="2000" dirty="0">
                <a:latin typeface="Times New Roman" panose="02020603050405020304" pitchFamily="18" charset="0"/>
                <a:cs typeface="Times New Roman" panose="02020603050405020304" pitchFamily="18" charset="0"/>
              </a:rPr>
              <a:t> technologies, posing threats to media integrity, legal systems, security, and society at large. Traditional forgery detection techniques, although useful for simple manipulations, fail to address the complexity and sophistication of modern video tampering methods. This project presents a Deep Neural Network (DNN)-based solution that automatically learns spatial and temporal features from videos, enabling accurate and robust detection of forgeries such as splicing, frame duplication, and </a:t>
            </a:r>
            <a:r>
              <a:rPr lang="en-US" sz="2000" dirty="0" err="1">
                <a:latin typeface="Times New Roman" panose="02020603050405020304" pitchFamily="18" charset="0"/>
                <a:cs typeface="Times New Roman" panose="02020603050405020304" pitchFamily="18" charset="0"/>
              </a:rPr>
              <a:t>deepfake</a:t>
            </a:r>
            <a:r>
              <a:rPr lang="en-US" sz="2000" dirty="0">
                <a:latin typeface="Times New Roman" panose="02020603050405020304" pitchFamily="18" charset="0"/>
                <a:cs typeface="Times New Roman" panose="02020603050405020304" pitchFamily="18" charset="0"/>
              </a:rPr>
              <a:t> generation. The proposed system demonstrates superior accuracy, scalability, and real-time performance compared to conventional approaches. By reducing dependency on manual inspection and improving reliability, it provides a practical tool for applications in journalism, forensics, surveillance, and social media monitoring. Ultimately, this work contributes toward building trust in digital media and lays the foundation for future advancements in automated video authentication systems.</a:t>
            </a:r>
          </a:p>
        </p:txBody>
      </p:sp>
    </p:spTree>
    <p:extLst>
      <p:ext uri="{BB962C8B-B14F-4D97-AF65-F5344CB8AC3E}">
        <p14:creationId xmlns:p14="http://schemas.microsoft.com/office/powerpoint/2010/main" val="1772931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1771</Words>
  <Application>Microsoft Office PowerPoint</Application>
  <PresentationFormat>Widescreen</PresentationFormat>
  <Paragraphs>77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VIDEO FORGERY DETECTION USING DNN </vt:lpstr>
      <vt:lpstr>ABSTRACT</vt:lpstr>
      <vt:lpstr>INTRODUCTION</vt:lpstr>
      <vt:lpstr>EXISTING SYSTEM</vt:lpstr>
      <vt:lpstr>DISADVANTAGES</vt:lpstr>
      <vt:lpstr>PROPOSED SYSTEM</vt:lpstr>
      <vt:lpstr>ADVANTAGES</vt:lpstr>
      <vt:lpstr>SYSTEM REQURIMENTS</vt:lpstr>
      <vt:lpstr>SOFTWARE REQURIMENTS</vt:lpstr>
      <vt:lpstr>SYSTEM ANALYSIS</vt:lpstr>
      <vt:lpstr>SYSTEM DESIGN</vt:lpstr>
      <vt:lpstr>PowerPoint Presentation</vt:lpstr>
      <vt:lpstr>SYSTEM ARCHITECTURE</vt:lpstr>
      <vt:lpstr>UML DIGRAMS</vt:lpstr>
      <vt:lpstr>USECASE DIGRAM</vt:lpstr>
      <vt:lpstr>SEQUENCE DIGRAM</vt:lpstr>
      <vt:lpstr>COLLABRATION DIGRAM</vt:lpstr>
      <vt:lpstr>APPLICTIONS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FORGERY DETECTION USING DNN </dc:title>
  <dc:creator>Sai Nikitha</dc:creator>
  <cp:lastModifiedBy>Sai Nikitha</cp:lastModifiedBy>
  <cp:revision>2</cp:revision>
  <dcterms:created xsi:type="dcterms:W3CDTF">2025-09-19T10:27:27Z</dcterms:created>
  <dcterms:modified xsi:type="dcterms:W3CDTF">2025-09-19T10:56:50Z</dcterms:modified>
</cp:coreProperties>
</file>